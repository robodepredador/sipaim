
<file path=[Content_Types].xml><?xml version="1.0" encoding="utf-8"?>
<Types xmlns="http://schemas.openxmlformats.org/package/2006/content-types"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3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viewProps" Target="viewProps.xml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11" Type="http://schemas.openxmlformats.org/officeDocument/2006/relationships/customXml" Target="../customXml/item3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2.xml"/><Relationship Id="rId4" Type="http://schemas.openxmlformats.org/officeDocument/2006/relationships/slideMaster" Target="slideMasters/slideMaster1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68d8d491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68d8d491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68d8d491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68d8d491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68d8d49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68d8d49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https://www.linkedin.com/posts/santiagomendivelso01_aiweek2025-ugcPost-7377065414524301313-x_ww?utm_source=share&amp;utm_medium=member_desktop&amp;rcm=ACoAABqO6gQBcxSqMnM1E4rUtV8bvuh3jN4JeNQ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nvidia.com/en-gb/training/instructor-led-workshops/generative-ai-with-diffusion-models/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Instructor-Led Nvidia Workshop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8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Options: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Fundamentals of Deep Learning (Basic Level)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s"/>
              <a:t>Generative AI with Diffusion Models (It requires Pytorch and Deep Learning knowledge)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Benefits: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Access to a $500 workshop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A</a:t>
            </a:r>
            <a:r>
              <a:rPr lang="es"/>
              <a:t>ccess to a fully configured, GPU-accelerated workstation in the cloud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Certificate upon successful completion of the assessment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Workshop Duration: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2 sessions (1 virtual , 1 in-person)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Instructor is based in Tacna, Nvidia covers airfare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Requirements for SIPAIM/USIL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Speaker Certificate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Nvidia Logo as Strategic Partner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1-night hotel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145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 u="sng">
                <a:solidFill>
                  <a:schemeClr val="hlink"/>
                </a:solidFill>
                <a:hlinkClick r:id="rId3"/>
              </a:rPr>
              <a:t>https://www.nvidia.com/en-gb/training/instructor-led-workshops/generative-ai-with-diffusion-models/</a:t>
            </a:r>
            <a:endParaRPr sz="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62" name="Google Shape;62;p14" title="Screenshot 2026-03-26 at 10.15.07 PM.png"/>
          <p:cNvPicPr preferRelativeResize="0"/>
          <p:nvPr/>
        </p:nvPicPr>
        <p:blipFill rotWithShape="1">
          <a:blip r:embed="rId4">
            <a:alphaModFix/>
          </a:blip>
          <a:srcRect b="0" l="0" r="0" t="2439"/>
          <a:stretch/>
        </p:blipFill>
        <p:spPr>
          <a:xfrm>
            <a:off x="1991450" y="62687"/>
            <a:ext cx="6945799" cy="5018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Certificates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3975" y="1090600"/>
            <a:ext cx="4428849" cy="385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650" y="1090600"/>
            <a:ext cx="4415340" cy="385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DEC295CD798554181DD0ECC868FD386" ma:contentTypeVersion="3" ma:contentTypeDescription="Crear nuevo documento." ma:contentTypeScope="" ma:versionID="b0039e5fb1a9b22a033e989a415154c6">
  <xsd:schema xmlns:xsd="http://www.w3.org/2001/XMLSchema" xmlns:xs="http://www.w3.org/2001/XMLSchema" xmlns:p="http://schemas.microsoft.com/office/2006/metadata/properties" xmlns:ns2="1db4e8b2-a8c4-436b-ae07-7c6e40afc4eb" targetNamespace="http://schemas.microsoft.com/office/2006/metadata/properties" ma:root="true" ma:fieldsID="488315c30b9e375a94d8e9f5c5aa93e9" ns2:_="">
    <xsd:import namespace="1db4e8b2-a8c4-436b-ae07-7c6e40afc4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b4e8b2-a8c4-436b-ae07-7c6e40afc4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F2540CC-5A9E-4364-B28A-3C4F0FD23BA1}"/>
</file>

<file path=customXml/itemProps2.xml><?xml version="1.0" encoding="utf-8"?>
<ds:datastoreItem xmlns:ds="http://schemas.openxmlformats.org/officeDocument/2006/customXml" ds:itemID="{2750FDBE-CC42-4A96-A9EA-BD0E11EA4669}"/>
</file>

<file path=customXml/itemProps3.xml><?xml version="1.0" encoding="utf-8"?>
<ds:datastoreItem xmlns:ds="http://schemas.openxmlformats.org/officeDocument/2006/customXml" ds:itemID="{3424BA31-7E3D-4F24-BADF-13AFA18849FC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0x010100BDEC295CD798554181DD0ECC868FD386</vt:lpwstr>
  </property>
</Properties>
</file>