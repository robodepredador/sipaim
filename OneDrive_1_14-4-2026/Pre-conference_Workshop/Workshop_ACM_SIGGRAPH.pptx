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687794-A57C-43D7-B45B-0CB6DDD0D178}" v="62" dt="2026-04-14T15:46:30.2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7" autoAdjust="0"/>
    <p:restoredTop sz="94660"/>
  </p:normalViewPr>
  <p:slideViewPr>
    <p:cSldViewPr snapToGrid="0">
      <p:cViewPr varScale="1">
        <p:scale>
          <a:sx n="113" d="100"/>
          <a:sy n="113"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DRO NELSON SHIGUIHARA JUAREZ" userId="S::pedro.shiguihara@usil.pe::9debb2f5-19db-4082-b113-8967b662d2f8" providerId="AD" clId="Web-{B8687794-A57C-43D7-B45B-0CB6DDD0D178}"/>
    <pc:docChg chg="addSld delSld modSld">
      <pc:chgData name="PEDRO NELSON SHIGUIHARA JUAREZ" userId="S::pedro.shiguihara@usil.pe::9debb2f5-19db-4082-b113-8967b662d2f8" providerId="AD" clId="Web-{B8687794-A57C-43D7-B45B-0CB6DDD0D178}" dt="2026-04-14T15:46:30.025" v="65" actId="20577"/>
      <pc:docMkLst>
        <pc:docMk/>
      </pc:docMkLst>
      <pc:sldChg chg="del">
        <pc:chgData name="PEDRO NELSON SHIGUIHARA JUAREZ" userId="S::pedro.shiguihara@usil.pe::9debb2f5-19db-4082-b113-8967b662d2f8" providerId="AD" clId="Web-{B8687794-A57C-43D7-B45B-0CB6DDD0D178}" dt="2026-04-14T15:46:12.150" v="57"/>
        <pc:sldMkLst>
          <pc:docMk/>
          <pc:sldMk cId="1430577345" sldId="256"/>
        </pc:sldMkLst>
      </pc:sldChg>
      <pc:sldChg chg="modSp new">
        <pc:chgData name="PEDRO NELSON SHIGUIHARA JUAREZ" userId="S::pedro.shiguihara@usil.pe::9debb2f5-19db-4082-b113-8967b662d2f8" providerId="AD" clId="Web-{B8687794-A57C-43D7-B45B-0CB6DDD0D178}" dt="2026-04-14T15:46:25.244" v="63" actId="20577"/>
        <pc:sldMkLst>
          <pc:docMk/>
          <pc:sldMk cId="2800430249" sldId="257"/>
        </pc:sldMkLst>
        <pc:spChg chg="mod">
          <ac:chgData name="PEDRO NELSON SHIGUIHARA JUAREZ" userId="S::pedro.shiguihara@usil.pe::9debb2f5-19db-4082-b113-8967b662d2f8" providerId="AD" clId="Web-{B8687794-A57C-43D7-B45B-0CB6DDD0D178}" dt="2026-04-14T15:46:25.244" v="63" actId="20577"/>
          <ac:spMkLst>
            <pc:docMk/>
            <pc:sldMk cId="2800430249" sldId="257"/>
            <ac:spMk id="2" creationId="{EE7933B0-351E-CDCC-3462-84AA474054AE}"/>
          </ac:spMkLst>
        </pc:spChg>
        <pc:spChg chg="mod">
          <ac:chgData name="PEDRO NELSON SHIGUIHARA JUAREZ" userId="S::pedro.shiguihara@usil.pe::9debb2f5-19db-4082-b113-8967b662d2f8" providerId="AD" clId="Web-{B8687794-A57C-43D7-B45B-0CB6DDD0D178}" dt="2026-04-14T15:46:07.119" v="53" actId="20577"/>
          <ac:spMkLst>
            <pc:docMk/>
            <pc:sldMk cId="2800430249" sldId="257"/>
            <ac:spMk id="3" creationId="{ED518CF8-4D98-8EF9-ECDC-BB8E31E369AB}"/>
          </ac:spMkLst>
        </pc:spChg>
      </pc:sldChg>
      <pc:sldChg chg="modSp new">
        <pc:chgData name="PEDRO NELSON SHIGUIHARA JUAREZ" userId="S::pedro.shiguihara@usil.pe::9debb2f5-19db-4082-b113-8967b662d2f8" providerId="AD" clId="Web-{B8687794-A57C-43D7-B45B-0CB6DDD0D178}" dt="2026-04-14T15:46:30.025" v="65" actId="20577"/>
        <pc:sldMkLst>
          <pc:docMk/>
          <pc:sldMk cId="186070364" sldId="258"/>
        </pc:sldMkLst>
        <pc:spChg chg="mod">
          <ac:chgData name="PEDRO NELSON SHIGUIHARA JUAREZ" userId="S::pedro.shiguihara@usil.pe::9debb2f5-19db-4082-b113-8967b662d2f8" providerId="AD" clId="Web-{B8687794-A57C-43D7-B45B-0CB6DDD0D178}" dt="2026-04-14T15:46:30.025" v="65" actId="20577"/>
          <ac:spMkLst>
            <pc:docMk/>
            <pc:sldMk cId="186070364" sldId="258"/>
            <ac:spMk id="2" creationId="{74726BC6-1C71-D2C6-A237-FF99FD9FF05F}"/>
          </ac:spMkLst>
        </pc:spChg>
        <pc:spChg chg="mod">
          <ac:chgData name="PEDRO NELSON SHIGUIHARA JUAREZ" userId="S::pedro.shiguihara@usil.pe::9debb2f5-19db-4082-b113-8967b662d2f8" providerId="AD" clId="Web-{B8687794-A57C-43D7-B45B-0CB6DDD0D178}" dt="2026-04-14T15:46:09.900" v="56" actId="20577"/>
          <ac:spMkLst>
            <pc:docMk/>
            <pc:sldMk cId="186070364" sldId="258"/>
            <ac:spMk id="3" creationId="{14AE3AA1-1C9F-D0BF-1855-8400F313D15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923DA8-C94D-4897-B552-5A97DD614007}"/>
              </a:ext>
            </a:extLst>
          </p:cNvPr>
          <p:cNvSpPr>
            <a:spLocks noGrp="1"/>
          </p:cNvSpPr>
          <p:nvPr>
            <p:ph type="ctrTitle"/>
          </p:nvPr>
        </p:nvSpPr>
        <p:spPr>
          <a:xfrm>
            <a:off x="1524000" y="1122363"/>
            <a:ext cx="9144000" cy="2387600"/>
          </a:xfrm>
        </p:spPr>
        <p:txBody>
          <a:bodyPr anchor="b"/>
          <a:lstStyle>
            <a:lvl1pPr algn="ctr">
              <a:defRPr sz="6000"/>
            </a:lvl1pPr>
          </a:lstStyle>
          <a:p>
            <a:r>
              <a:rPr lang="es-MX"/>
              <a:t>Haga clic para modificar el estilo de título del patrón</a:t>
            </a:r>
          </a:p>
        </p:txBody>
      </p:sp>
      <p:sp>
        <p:nvSpPr>
          <p:cNvPr id="3" name="Subtítulo 2">
            <a:extLst>
              <a:ext uri="{FF2B5EF4-FFF2-40B4-BE49-F238E27FC236}">
                <a16:creationId xmlns:a16="http://schemas.microsoft.com/office/drawing/2014/main" id="{D3F44FF0-A644-49E8-A91A-118BAB632A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Haga clic para editar el estilo de subtítulo del patrón</a:t>
            </a:r>
          </a:p>
        </p:txBody>
      </p:sp>
      <p:sp>
        <p:nvSpPr>
          <p:cNvPr id="4" name="Marcador de fecha 3">
            <a:extLst>
              <a:ext uri="{FF2B5EF4-FFF2-40B4-BE49-F238E27FC236}">
                <a16:creationId xmlns:a16="http://schemas.microsoft.com/office/drawing/2014/main" id="{82A632CB-A899-4AF7-B0D1-F33E6DBA7990}"/>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5" name="Marcador de pie de página 4">
            <a:extLst>
              <a:ext uri="{FF2B5EF4-FFF2-40B4-BE49-F238E27FC236}">
                <a16:creationId xmlns:a16="http://schemas.microsoft.com/office/drawing/2014/main" id="{BC66D984-B803-435C-BCF5-4BBAC713AE8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B9692CF-9214-4B13-98B7-F4CAB957BFFB}"/>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666572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FC90C1-DC12-4585-816B-7F995CA70FA2}"/>
              </a:ext>
            </a:extLst>
          </p:cNvPr>
          <p:cNvSpPr>
            <a:spLocks noGrp="1"/>
          </p:cNvSpPr>
          <p:nvPr>
            <p:ph type="title"/>
          </p:nvPr>
        </p:nvSpPr>
        <p:spPr/>
        <p:txBody>
          <a:bodyPr/>
          <a:lstStyle/>
          <a:p>
            <a:r>
              <a:rPr lang="es-MX"/>
              <a:t>Haga clic para modificar el estilo de título del patrón</a:t>
            </a:r>
          </a:p>
        </p:txBody>
      </p:sp>
      <p:sp>
        <p:nvSpPr>
          <p:cNvPr id="3" name="Marcador de contenido 2">
            <a:extLst>
              <a:ext uri="{FF2B5EF4-FFF2-40B4-BE49-F238E27FC236}">
                <a16:creationId xmlns:a16="http://schemas.microsoft.com/office/drawing/2014/main" id="{7A8525E8-17D2-4F44-B405-8A55ADE168A8}"/>
              </a:ext>
            </a:extLst>
          </p:cNvPr>
          <p:cNvSpPr>
            <a:spLocks noGrp="1"/>
          </p:cNvSpPr>
          <p:nvPr>
            <p:ph idx="1"/>
          </p:nvPr>
        </p:nvSpPr>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D10486F8-0096-44BF-8ACB-12C814FDE238}"/>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5" name="Marcador de pie de página 4">
            <a:extLst>
              <a:ext uri="{FF2B5EF4-FFF2-40B4-BE49-F238E27FC236}">
                <a16:creationId xmlns:a16="http://schemas.microsoft.com/office/drawing/2014/main" id="{3504895C-BAB0-461C-A3A0-338DF827885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08771D5-D349-4326-B034-BE55DDDD2AD4}"/>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1546273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A043F6-9A64-47B0-AF08-C54FA3B5A717}"/>
              </a:ext>
            </a:extLst>
          </p:cNvPr>
          <p:cNvSpPr>
            <a:spLocks noGrp="1"/>
          </p:cNvSpPr>
          <p:nvPr>
            <p:ph type="title"/>
          </p:nvPr>
        </p:nvSpPr>
        <p:spPr>
          <a:xfrm>
            <a:off x="831850" y="1709738"/>
            <a:ext cx="10515600" cy="2852737"/>
          </a:xfrm>
        </p:spPr>
        <p:txBody>
          <a:bodyPr anchor="b"/>
          <a:lstStyle>
            <a:lvl1pPr>
              <a:defRPr sz="6000"/>
            </a:lvl1pPr>
          </a:lstStyle>
          <a:p>
            <a:r>
              <a:rPr lang="es-MX"/>
              <a:t>Haga clic para modificar el estilo de título del patrón</a:t>
            </a:r>
          </a:p>
        </p:txBody>
      </p:sp>
      <p:sp>
        <p:nvSpPr>
          <p:cNvPr id="3" name="Marcador de texto 2">
            <a:extLst>
              <a:ext uri="{FF2B5EF4-FFF2-40B4-BE49-F238E27FC236}">
                <a16:creationId xmlns:a16="http://schemas.microsoft.com/office/drawing/2014/main" id="{BE72D7C8-2508-4D8D-B2DB-4EA1580B15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Editar el estilo de texto del patrón</a:t>
            </a:r>
          </a:p>
        </p:txBody>
      </p:sp>
      <p:sp>
        <p:nvSpPr>
          <p:cNvPr id="4" name="Marcador de fecha 3">
            <a:extLst>
              <a:ext uri="{FF2B5EF4-FFF2-40B4-BE49-F238E27FC236}">
                <a16:creationId xmlns:a16="http://schemas.microsoft.com/office/drawing/2014/main" id="{3A1690BD-00EC-42F5-A4C1-8EFD0DCDA5AF}"/>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5" name="Marcador de pie de página 4">
            <a:extLst>
              <a:ext uri="{FF2B5EF4-FFF2-40B4-BE49-F238E27FC236}">
                <a16:creationId xmlns:a16="http://schemas.microsoft.com/office/drawing/2014/main" id="{BA9856C7-3F2E-430D-9834-94A2A8EE865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79F383C-5494-4803-9C41-4EEFDF770A0C}"/>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3797575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638FC-0A5D-4409-B619-3EB915BF2893}"/>
              </a:ext>
            </a:extLst>
          </p:cNvPr>
          <p:cNvSpPr>
            <a:spLocks noGrp="1"/>
          </p:cNvSpPr>
          <p:nvPr>
            <p:ph type="title"/>
          </p:nvPr>
        </p:nvSpPr>
        <p:spPr/>
        <p:txBody>
          <a:bodyPr/>
          <a:lstStyle/>
          <a:p>
            <a:r>
              <a:rPr lang="es-MX"/>
              <a:t>Haga clic para modificar el estilo de título del patrón</a:t>
            </a:r>
          </a:p>
        </p:txBody>
      </p:sp>
      <p:sp>
        <p:nvSpPr>
          <p:cNvPr id="3" name="Marcador de contenido 2">
            <a:extLst>
              <a:ext uri="{FF2B5EF4-FFF2-40B4-BE49-F238E27FC236}">
                <a16:creationId xmlns:a16="http://schemas.microsoft.com/office/drawing/2014/main" id="{DD68036A-CAD0-4976-A504-BC3F25FC0EF9}"/>
              </a:ext>
            </a:extLst>
          </p:cNvPr>
          <p:cNvSpPr>
            <a:spLocks noGrp="1"/>
          </p:cNvSpPr>
          <p:nvPr>
            <p:ph sz="half" idx="1"/>
          </p:nvPr>
        </p:nvSpPr>
        <p:spPr>
          <a:xfrm>
            <a:off x="838200" y="1825625"/>
            <a:ext cx="5181600" cy="4351338"/>
          </a:xfrm>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D1BC9E81-15FC-4750-A089-AB8BF412CAF2}"/>
              </a:ext>
            </a:extLst>
          </p:cNvPr>
          <p:cNvSpPr>
            <a:spLocks noGrp="1"/>
          </p:cNvSpPr>
          <p:nvPr>
            <p:ph sz="half" idx="2"/>
          </p:nvPr>
        </p:nvSpPr>
        <p:spPr>
          <a:xfrm>
            <a:off x="6172200" y="1825625"/>
            <a:ext cx="5181600" cy="4351338"/>
          </a:xfrm>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8CA51CF2-5D6A-4DA8-AF6F-2E470AFDCD08}"/>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6" name="Marcador de pie de página 5">
            <a:extLst>
              <a:ext uri="{FF2B5EF4-FFF2-40B4-BE49-F238E27FC236}">
                <a16:creationId xmlns:a16="http://schemas.microsoft.com/office/drawing/2014/main" id="{8B94BFB0-B585-4357-8EFF-958C37EE831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B86D51F-6F6C-4188-9767-34F34D9CF066}"/>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2232725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F5A965-D238-4B67-8CE2-6D0EFD679A6E}"/>
              </a:ext>
            </a:extLst>
          </p:cNvPr>
          <p:cNvSpPr>
            <a:spLocks noGrp="1"/>
          </p:cNvSpPr>
          <p:nvPr>
            <p:ph type="title"/>
          </p:nvPr>
        </p:nvSpPr>
        <p:spPr>
          <a:xfrm>
            <a:off x="839788" y="365125"/>
            <a:ext cx="10515600" cy="1325563"/>
          </a:xfrm>
        </p:spPr>
        <p:txBody>
          <a:bodyPr/>
          <a:lstStyle/>
          <a:p>
            <a:r>
              <a:rPr lang="es-MX"/>
              <a:t>Haga clic para modificar el estilo de título del patrón</a:t>
            </a:r>
          </a:p>
        </p:txBody>
      </p:sp>
      <p:sp>
        <p:nvSpPr>
          <p:cNvPr id="3" name="Marcador de texto 2">
            <a:extLst>
              <a:ext uri="{FF2B5EF4-FFF2-40B4-BE49-F238E27FC236}">
                <a16:creationId xmlns:a16="http://schemas.microsoft.com/office/drawing/2014/main" id="{97B8313A-DF6A-47E7-B425-EE6A04F7D4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Editar el estilo de texto del patrón</a:t>
            </a:r>
          </a:p>
        </p:txBody>
      </p:sp>
      <p:sp>
        <p:nvSpPr>
          <p:cNvPr id="4" name="Marcador de contenido 3">
            <a:extLst>
              <a:ext uri="{FF2B5EF4-FFF2-40B4-BE49-F238E27FC236}">
                <a16:creationId xmlns:a16="http://schemas.microsoft.com/office/drawing/2014/main" id="{E41DCF8F-BC50-4E05-B605-29848E81F828}"/>
              </a:ext>
            </a:extLst>
          </p:cNvPr>
          <p:cNvSpPr>
            <a:spLocks noGrp="1"/>
          </p:cNvSpPr>
          <p:nvPr>
            <p:ph sz="half" idx="2"/>
          </p:nvPr>
        </p:nvSpPr>
        <p:spPr>
          <a:xfrm>
            <a:off x="839788" y="2505075"/>
            <a:ext cx="5157787" cy="3684588"/>
          </a:xfrm>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4AEDFE27-E71A-4DA2-BEAF-658115781A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Editar el estilo de texto del patrón</a:t>
            </a:r>
          </a:p>
        </p:txBody>
      </p:sp>
      <p:sp>
        <p:nvSpPr>
          <p:cNvPr id="6" name="Marcador de contenido 5">
            <a:extLst>
              <a:ext uri="{FF2B5EF4-FFF2-40B4-BE49-F238E27FC236}">
                <a16:creationId xmlns:a16="http://schemas.microsoft.com/office/drawing/2014/main" id="{54E64931-8BAA-49A4-AFAB-C5D979450771}"/>
              </a:ext>
            </a:extLst>
          </p:cNvPr>
          <p:cNvSpPr>
            <a:spLocks noGrp="1"/>
          </p:cNvSpPr>
          <p:nvPr>
            <p:ph sz="quarter" idx="4"/>
          </p:nvPr>
        </p:nvSpPr>
        <p:spPr>
          <a:xfrm>
            <a:off x="6172200" y="2505075"/>
            <a:ext cx="5183188" cy="3684588"/>
          </a:xfrm>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4DA508CE-8427-44A8-B7D2-EEBA668F1896}"/>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8" name="Marcador de pie de página 7">
            <a:extLst>
              <a:ext uri="{FF2B5EF4-FFF2-40B4-BE49-F238E27FC236}">
                <a16:creationId xmlns:a16="http://schemas.microsoft.com/office/drawing/2014/main" id="{B8959ECA-69BE-464E-B720-4BCEB7BF7D49}"/>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B37764E-246D-4B22-82FA-CAE8A131884D}"/>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92890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B856CF-1265-44DC-BB56-9C3991ED4E58}"/>
              </a:ext>
            </a:extLst>
          </p:cNvPr>
          <p:cNvSpPr>
            <a:spLocks noGrp="1"/>
          </p:cNvSpPr>
          <p:nvPr>
            <p:ph type="title"/>
          </p:nvPr>
        </p:nvSpPr>
        <p:spPr/>
        <p:txBody>
          <a:bodyPr/>
          <a:lstStyle/>
          <a:p>
            <a:r>
              <a:rPr lang="es-MX"/>
              <a:t>Haga clic para modificar el estilo de título del patrón</a:t>
            </a:r>
          </a:p>
        </p:txBody>
      </p:sp>
      <p:sp>
        <p:nvSpPr>
          <p:cNvPr id="3" name="Marcador de fecha 2">
            <a:extLst>
              <a:ext uri="{FF2B5EF4-FFF2-40B4-BE49-F238E27FC236}">
                <a16:creationId xmlns:a16="http://schemas.microsoft.com/office/drawing/2014/main" id="{EE151EC7-483A-4E49-A831-C36D8CB2D528}"/>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4" name="Marcador de pie de página 3">
            <a:extLst>
              <a:ext uri="{FF2B5EF4-FFF2-40B4-BE49-F238E27FC236}">
                <a16:creationId xmlns:a16="http://schemas.microsoft.com/office/drawing/2014/main" id="{DC0EACC7-AAA5-48FE-8F0E-051D6CD156C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8BC5351D-2E3A-41E8-83ED-523CC5A39E13}"/>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1282273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E151EC7-483A-4E49-A831-C36D8CB2D528}"/>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3" name="Marcador de pie de página 2">
            <a:extLst>
              <a:ext uri="{FF2B5EF4-FFF2-40B4-BE49-F238E27FC236}">
                <a16:creationId xmlns:a16="http://schemas.microsoft.com/office/drawing/2014/main" id="{DC0EACC7-AAA5-48FE-8F0E-051D6CD156CB}"/>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BC5351D-2E3A-41E8-83ED-523CC5A39E13}"/>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75163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1C8C42-FE0E-417D-BB51-55A3CCC66376}"/>
              </a:ext>
            </a:extLst>
          </p:cNvPr>
          <p:cNvSpPr>
            <a:spLocks noGrp="1"/>
          </p:cNvSpPr>
          <p:nvPr>
            <p:ph type="title"/>
          </p:nvPr>
        </p:nvSpPr>
        <p:spPr>
          <a:xfrm>
            <a:off x="839788" y="457200"/>
            <a:ext cx="3932237" cy="1600200"/>
          </a:xfrm>
        </p:spPr>
        <p:txBody>
          <a:bodyPr anchor="b"/>
          <a:lstStyle>
            <a:lvl1pPr>
              <a:defRPr sz="3200"/>
            </a:lvl1pPr>
          </a:lstStyle>
          <a:p>
            <a:r>
              <a:rPr lang="es-MX"/>
              <a:t>Haga clic para modificar el estilo de título del patrón</a:t>
            </a:r>
          </a:p>
        </p:txBody>
      </p:sp>
      <p:sp>
        <p:nvSpPr>
          <p:cNvPr id="3" name="Marcador de contenido 2">
            <a:extLst>
              <a:ext uri="{FF2B5EF4-FFF2-40B4-BE49-F238E27FC236}">
                <a16:creationId xmlns:a16="http://schemas.microsoft.com/office/drawing/2014/main" id="{88DFB6B5-C462-4288-8672-B8FC96981A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1D2AF15A-B1A9-4076-B0A4-6A79B6DB71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Editar el estilo de texto del patrón</a:t>
            </a:r>
          </a:p>
        </p:txBody>
      </p:sp>
      <p:sp>
        <p:nvSpPr>
          <p:cNvPr id="5" name="Marcador de fecha 4">
            <a:extLst>
              <a:ext uri="{FF2B5EF4-FFF2-40B4-BE49-F238E27FC236}">
                <a16:creationId xmlns:a16="http://schemas.microsoft.com/office/drawing/2014/main" id="{9EF8C2B9-7F38-4B1A-82D3-FB9F4BD1E63E}"/>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6" name="Marcador de pie de página 5">
            <a:extLst>
              <a:ext uri="{FF2B5EF4-FFF2-40B4-BE49-F238E27FC236}">
                <a16:creationId xmlns:a16="http://schemas.microsoft.com/office/drawing/2014/main" id="{3088F36D-F73A-45BC-A898-EDE45077D4C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0DE0F6D-84B2-40F2-85E8-A48A04118A7F}"/>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2549233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34DA17-E930-481C-88EF-8890B17EC76E}"/>
              </a:ext>
            </a:extLst>
          </p:cNvPr>
          <p:cNvSpPr>
            <a:spLocks noGrp="1"/>
          </p:cNvSpPr>
          <p:nvPr>
            <p:ph type="title"/>
          </p:nvPr>
        </p:nvSpPr>
        <p:spPr>
          <a:xfrm>
            <a:off x="839788" y="457200"/>
            <a:ext cx="3932237" cy="1600200"/>
          </a:xfrm>
        </p:spPr>
        <p:txBody>
          <a:bodyPr anchor="b"/>
          <a:lstStyle>
            <a:lvl1pPr>
              <a:defRPr sz="3200"/>
            </a:lvl1pPr>
          </a:lstStyle>
          <a:p>
            <a:r>
              <a:rPr lang="es-MX"/>
              <a:t>Haga clic para modificar el estilo de título del patrón</a:t>
            </a:r>
          </a:p>
        </p:txBody>
      </p:sp>
      <p:sp>
        <p:nvSpPr>
          <p:cNvPr id="3" name="Marcador de posición de imagen 2">
            <a:extLst>
              <a:ext uri="{FF2B5EF4-FFF2-40B4-BE49-F238E27FC236}">
                <a16:creationId xmlns:a16="http://schemas.microsoft.com/office/drawing/2014/main" id="{F339A715-8380-48A3-A24B-A21477C83D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89D6CB5-8A33-4ABE-BA5B-BD29818398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Editar el estilo de texto del patrón</a:t>
            </a:r>
          </a:p>
        </p:txBody>
      </p:sp>
      <p:sp>
        <p:nvSpPr>
          <p:cNvPr id="5" name="Marcador de fecha 4">
            <a:extLst>
              <a:ext uri="{FF2B5EF4-FFF2-40B4-BE49-F238E27FC236}">
                <a16:creationId xmlns:a16="http://schemas.microsoft.com/office/drawing/2014/main" id="{FCE713B2-5541-4301-8BB6-6A6A96FAC9C1}"/>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6" name="Marcador de pie de página 5">
            <a:extLst>
              <a:ext uri="{FF2B5EF4-FFF2-40B4-BE49-F238E27FC236}">
                <a16:creationId xmlns:a16="http://schemas.microsoft.com/office/drawing/2014/main" id="{1DEDDF99-5D43-4BE8-AA45-5FB18AADE40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D5C0478-924B-4E0F-AD1D-73918CD879B6}"/>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1912587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5DDAB7-A2E6-4A47-B278-99F8F531D86D}"/>
              </a:ext>
            </a:extLst>
          </p:cNvPr>
          <p:cNvSpPr>
            <a:spLocks noGrp="1"/>
          </p:cNvSpPr>
          <p:nvPr>
            <p:ph type="title"/>
          </p:nvPr>
        </p:nvSpPr>
        <p:spPr/>
        <p:txBody>
          <a:bodyPr/>
          <a:lstStyle/>
          <a:p>
            <a:r>
              <a:rPr lang="es-MX"/>
              <a:t>Haga clic para modificar el estilo de título del patrón</a:t>
            </a:r>
          </a:p>
        </p:txBody>
      </p:sp>
      <p:sp>
        <p:nvSpPr>
          <p:cNvPr id="3" name="Marcador de texto vertical 2">
            <a:extLst>
              <a:ext uri="{FF2B5EF4-FFF2-40B4-BE49-F238E27FC236}">
                <a16:creationId xmlns:a16="http://schemas.microsoft.com/office/drawing/2014/main" id="{5D751AE4-CA07-4AA4-955A-A3138A38FEC5}"/>
              </a:ext>
            </a:extLst>
          </p:cNvPr>
          <p:cNvSpPr>
            <a:spLocks noGrp="1"/>
          </p:cNvSpPr>
          <p:nvPr>
            <p:ph type="body" orient="vert" idx="1"/>
          </p:nvPr>
        </p:nvSpPr>
        <p:spPr/>
        <p:txBody>
          <a:bodyPr vert="eaVert"/>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5E94929E-898F-42A0-8E2D-6683777E274E}"/>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5" name="Marcador de pie de página 4">
            <a:extLst>
              <a:ext uri="{FF2B5EF4-FFF2-40B4-BE49-F238E27FC236}">
                <a16:creationId xmlns:a16="http://schemas.microsoft.com/office/drawing/2014/main" id="{18F1B5C4-7ED8-4576-B2E9-1DD6B2B617D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FB58ECE-66E6-4606-932A-AE5493564697}"/>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478483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6A4D404-B787-470F-ABF0-E69AAA7470DF}"/>
              </a:ext>
            </a:extLst>
          </p:cNvPr>
          <p:cNvSpPr>
            <a:spLocks noGrp="1"/>
          </p:cNvSpPr>
          <p:nvPr>
            <p:ph type="title" orient="vert"/>
          </p:nvPr>
        </p:nvSpPr>
        <p:spPr>
          <a:xfrm>
            <a:off x="8724900" y="365125"/>
            <a:ext cx="2628900" cy="5811838"/>
          </a:xfrm>
        </p:spPr>
        <p:txBody>
          <a:bodyPr vert="eaVert"/>
          <a:lstStyle/>
          <a:p>
            <a:r>
              <a:rPr lang="es-MX"/>
              <a:t>Haga clic para modificar el estilo de título del patrón</a:t>
            </a:r>
          </a:p>
        </p:txBody>
      </p:sp>
      <p:sp>
        <p:nvSpPr>
          <p:cNvPr id="3" name="Marcador de texto vertical 2">
            <a:extLst>
              <a:ext uri="{FF2B5EF4-FFF2-40B4-BE49-F238E27FC236}">
                <a16:creationId xmlns:a16="http://schemas.microsoft.com/office/drawing/2014/main" id="{039A8368-F5A5-4EAA-B0B8-837E8ABFB2D4}"/>
              </a:ext>
            </a:extLst>
          </p:cNvPr>
          <p:cNvSpPr>
            <a:spLocks noGrp="1"/>
          </p:cNvSpPr>
          <p:nvPr>
            <p:ph type="body" orient="vert" idx="1"/>
          </p:nvPr>
        </p:nvSpPr>
        <p:spPr>
          <a:xfrm>
            <a:off x="838200" y="365125"/>
            <a:ext cx="7734300" cy="5811838"/>
          </a:xfrm>
        </p:spPr>
        <p:txBody>
          <a:bodyPr vert="eaVert"/>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582EBA72-9C6F-4B4D-A16A-C1DEB754BFC2}"/>
              </a:ext>
            </a:extLst>
          </p:cNvPr>
          <p:cNvSpPr>
            <a:spLocks noGrp="1"/>
          </p:cNvSpPr>
          <p:nvPr>
            <p:ph type="dt" sz="half" idx="10"/>
          </p:nvPr>
        </p:nvSpPr>
        <p:spPr/>
        <p:txBody>
          <a:bodyPr/>
          <a:lstStyle/>
          <a:p>
            <a:fld id="{AE07F27B-A933-4019-B579-D5B42C28646C}" type="datetimeFigureOut">
              <a:rPr lang="es-MX" smtClean="0"/>
              <a:t>14/04/2026</a:t>
            </a:fld>
            <a:endParaRPr lang="es-MX"/>
          </a:p>
        </p:txBody>
      </p:sp>
      <p:sp>
        <p:nvSpPr>
          <p:cNvPr id="5" name="Marcador de pie de página 4">
            <a:extLst>
              <a:ext uri="{FF2B5EF4-FFF2-40B4-BE49-F238E27FC236}">
                <a16:creationId xmlns:a16="http://schemas.microsoft.com/office/drawing/2014/main" id="{426C3164-13E1-4E73-82B8-CA01840DD38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0366C00-207E-47BE-ABD1-6356D0ED3564}"/>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650442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84D2B0-C852-475E-B7EF-89C7B32805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Haga clic para modificar el estilo de título del patrón</a:t>
            </a:r>
          </a:p>
        </p:txBody>
      </p:sp>
      <p:sp>
        <p:nvSpPr>
          <p:cNvPr id="3" name="Marcador de texto 2">
            <a:extLst>
              <a:ext uri="{FF2B5EF4-FFF2-40B4-BE49-F238E27FC236}">
                <a16:creationId xmlns:a16="http://schemas.microsoft.com/office/drawing/2014/main" id="{E9C39D16-E731-44C3-9CEE-2BF3ECF8A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46DFDE89-10F9-4D5C-8B1C-D3D1A6B494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07F27B-A933-4019-B579-D5B42C28646C}" type="datetimeFigureOut">
              <a:rPr lang="es-MX" smtClean="0"/>
              <a:t>14/04/2026</a:t>
            </a:fld>
            <a:endParaRPr lang="es-MX"/>
          </a:p>
        </p:txBody>
      </p:sp>
      <p:sp>
        <p:nvSpPr>
          <p:cNvPr id="5" name="Marcador de pie de página 4">
            <a:extLst>
              <a:ext uri="{FF2B5EF4-FFF2-40B4-BE49-F238E27FC236}">
                <a16:creationId xmlns:a16="http://schemas.microsoft.com/office/drawing/2014/main" id="{C58F9778-059B-41E7-8BD0-AF199A7496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88B2C287-665D-482E-A12E-A4553C99ED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161285-6D45-4A4C-BC72-F7266A558DFA}" type="slidenum">
              <a:rPr lang="es-MX" smtClean="0"/>
              <a:t>‹Nº›</a:t>
            </a:fld>
            <a:endParaRPr lang="es-MX"/>
          </a:p>
        </p:txBody>
      </p:sp>
    </p:spTree>
    <p:extLst>
      <p:ext uri="{BB962C8B-B14F-4D97-AF65-F5344CB8AC3E}">
        <p14:creationId xmlns:p14="http://schemas.microsoft.com/office/powerpoint/2010/main" val="10378361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7933B0-351E-CDCC-3462-84AA474054AE}"/>
              </a:ext>
            </a:extLst>
          </p:cNvPr>
          <p:cNvSpPr>
            <a:spLocks noGrp="1"/>
          </p:cNvSpPr>
          <p:nvPr>
            <p:ph type="title"/>
          </p:nvPr>
        </p:nvSpPr>
        <p:spPr/>
        <p:txBody>
          <a:bodyPr>
            <a:normAutofit fontScale="90000"/>
          </a:bodyPr>
          <a:lstStyle/>
          <a:p>
            <a:r>
              <a:rPr lang="es-MX" dirty="0"/>
              <a:t>ACM SIGGRAPH </a:t>
            </a:r>
            <a:r>
              <a:rPr lang="es-MX" dirty="0" err="1"/>
              <a:t>Peru</a:t>
            </a:r>
            <a:r>
              <a:rPr lang="es-MX" dirty="0"/>
              <a:t>: </a:t>
            </a:r>
            <a:r>
              <a:rPr lang="es-MX" dirty="0">
                <a:ea typeface="+mj-lt"/>
                <a:cs typeface="+mj-lt"/>
              </a:rPr>
              <a:t>Explorando imágenes médicas con DICOM: una introducción práctica con Python</a:t>
            </a:r>
            <a:endParaRPr lang="es-MX" dirty="0"/>
          </a:p>
          <a:p>
            <a:endParaRPr lang="es-MX" dirty="0"/>
          </a:p>
        </p:txBody>
      </p:sp>
      <p:sp>
        <p:nvSpPr>
          <p:cNvPr id="3" name="Marcador de contenido 2">
            <a:extLst>
              <a:ext uri="{FF2B5EF4-FFF2-40B4-BE49-F238E27FC236}">
                <a16:creationId xmlns:a16="http://schemas.microsoft.com/office/drawing/2014/main" id="{ED518CF8-4D98-8EF9-ECDC-BB8E31E369AB}"/>
              </a:ext>
            </a:extLst>
          </p:cNvPr>
          <p:cNvSpPr>
            <a:spLocks noGrp="1"/>
          </p:cNvSpPr>
          <p:nvPr>
            <p:ph idx="1"/>
          </p:nvPr>
        </p:nvSpPr>
        <p:spPr/>
        <p:txBody>
          <a:bodyPr vert="horz" lIns="91440" tIns="45720" rIns="91440" bIns="45720" rtlCol="0" anchor="t">
            <a:normAutofit fontScale="85000" lnSpcReduction="20000"/>
          </a:bodyPr>
          <a:lstStyle/>
          <a:p>
            <a:r>
              <a:rPr lang="es-MX" dirty="0"/>
              <a:t>Ponente: Luis </a:t>
            </a:r>
            <a:r>
              <a:rPr lang="es-MX"/>
              <a:t>Valdivia Humareda</a:t>
            </a:r>
            <a:endParaRPr lang="es-MX" dirty="0"/>
          </a:p>
          <a:p>
            <a:r>
              <a:rPr lang="es-MX"/>
              <a:t>Resumen del workshop: </a:t>
            </a:r>
            <a:r>
              <a:rPr lang="es-MX">
                <a:ea typeface="+mn-lt"/>
                <a:cs typeface="+mn-lt"/>
              </a:rPr>
              <a:t>Explorando imágenes médicas con DICOM: una introducción práctica con Python. Este workshop tiene como objetivo introducir a los participantes en los fundamentos del manejo, procesamiento y visualización de imágenes médicas utilizando el estándar DICOM (Digital Imaging and Communications in Medicine), ampliamente empleado en entornos clínicos para el almacenamiento e intercambio de estudios médicos. A lo largo de la primera parte, se abordarán los principios esenciales del formato DICOM, incluyendo su estructura, metadata asociada y organización en series de imágenes (slices), así como conceptos clave relacionados con la representación de intensidades de píxel y su interpretación en estudios como tomografías computarizadas. Se discutirá además el flujo de trabajo general desde la adquisición de datos hasta su visualización, destacando los principales retos en el manejo de grandes volúmenes de información médica. </a:t>
            </a:r>
            <a:endParaRPr lang="es-MX" dirty="0">
              <a:ea typeface="+mn-lt"/>
              <a:cs typeface="+mn-lt"/>
            </a:endParaRPr>
          </a:p>
        </p:txBody>
      </p:sp>
    </p:spTree>
    <p:extLst>
      <p:ext uri="{BB962C8B-B14F-4D97-AF65-F5344CB8AC3E}">
        <p14:creationId xmlns:p14="http://schemas.microsoft.com/office/powerpoint/2010/main" val="2800430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726BC6-1C71-D2C6-A237-FF99FD9FF05F}"/>
              </a:ext>
            </a:extLst>
          </p:cNvPr>
          <p:cNvSpPr>
            <a:spLocks noGrp="1"/>
          </p:cNvSpPr>
          <p:nvPr>
            <p:ph type="title"/>
          </p:nvPr>
        </p:nvSpPr>
        <p:spPr/>
        <p:txBody>
          <a:bodyPr/>
          <a:lstStyle/>
          <a:p>
            <a:r>
              <a:rPr lang="es-MX">
                <a:ea typeface="+mj-lt"/>
                <a:cs typeface="+mj-lt"/>
              </a:rPr>
              <a:t>Explorando imágenes médicas con DICOM: una introducción práctica con Python</a:t>
            </a:r>
          </a:p>
          <a:p>
            <a:endParaRPr lang="es-MX" dirty="0"/>
          </a:p>
        </p:txBody>
      </p:sp>
      <p:sp>
        <p:nvSpPr>
          <p:cNvPr id="3" name="Marcador de contenido 2">
            <a:extLst>
              <a:ext uri="{FF2B5EF4-FFF2-40B4-BE49-F238E27FC236}">
                <a16:creationId xmlns:a16="http://schemas.microsoft.com/office/drawing/2014/main" id="{14AE3AA1-1C9F-D0BF-1855-8400F313D15A}"/>
              </a:ext>
            </a:extLst>
          </p:cNvPr>
          <p:cNvSpPr>
            <a:spLocks noGrp="1"/>
          </p:cNvSpPr>
          <p:nvPr>
            <p:ph idx="1"/>
          </p:nvPr>
        </p:nvSpPr>
        <p:spPr/>
        <p:txBody>
          <a:bodyPr vert="horz" lIns="91440" tIns="45720" rIns="91440" bIns="45720" rtlCol="0" anchor="t">
            <a:normAutofit fontScale="85000" lnSpcReduction="10000"/>
          </a:bodyPr>
          <a:lstStyle/>
          <a:p>
            <a:r>
              <a:rPr lang="es-MX" dirty="0">
                <a:ea typeface="+mn-lt"/>
                <a:cs typeface="+mn-lt"/>
              </a:rPr>
              <a:t>En la segunda parte, de carácter práctico, los participantes desarrollarán un visor básico de imágenes médicas utilizando Python. Empleando librerías como </a:t>
            </a:r>
            <a:r>
              <a:rPr lang="es-MX" dirty="0" err="1">
                <a:ea typeface="+mn-lt"/>
                <a:cs typeface="+mn-lt"/>
              </a:rPr>
              <a:t>pydicom</a:t>
            </a:r>
            <a:r>
              <a:rPr lang="es-MX" dirty="0">
                <a:ea typeface="+mn-lt"/>
                <a:cs typeface="+mn-lt"/>
              </a:rPr>
              <a:t>, </a:t>
            </a:r>
            <a:r>
              <a:rPr lang="es-MX" dirty="0" err="1">
                <a:ea typeface="+mn-lt"/>
                <a:cs typeface="+mn-lt"/>
              </a:rPr>
              <a:t>NumPy</a:t>
            </a:r>
            <a:r>
              <a:rPr lang="es-MX" dirty="0">
                <a:ea typeface="+mn-lt"/>
                <a:cs typeface="+mn-lt"/>
              </a:rPr>
              <a:t> y herramientas de visualización, se implementarán funcionalidades fundamentales como la carga de archivos DICOM, visualización de imágenes, navegación interactiva entre cortes y normalización básica de intensidades. Este enfoque permitirá comprender de manera aplicada cómo se construyen herramientas iniciales para la exploración de estudios médicos.</a:t>
            </a:r>
            <a:endParaRPr lang="es-MX" dirty="0"/>
          </a:p>
          <a:p>
            <a:r>
              <a:rPr lang="es-MX">
                <a:ea typeface="+mn-lt"/>
                <a:cs typeface="+mn-lt"/>
              </a:rPr>
              <a:t>Al finalizar el workshop, los asistentes serán capaces de interpretar la estructura de los archivos DICOM, manipular imágenes médicas a nivel básico y construir un visor funcional que les permitirá explorar series de imágenes médicas, sentando las bases para futuros desarrollos en procesamiento de imágenes médicas, visualización avanzada y sistemas de apoyo al diagnóstico.</a:t>
            </a:r>
            <a:endParaRPr lang="es-MX"/>
          </a:p>
        </p:txBody>
      </p:sp>
    </p:spTree>
    <p:extLst>
      <p:ext uri="{BB962C8B-B14F-4D97-AF65-F5344CB8AC3E}">
        <p14:creationId xmlns:p14="http://schemas.microsoft.com/office/powerpoint/2010/main" val="1860703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0B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EC295CD798554181DD0ECC868FD386" ma:contentTypeVersion="3" ma:contentTypeDescription="Create a new document." ma:contentTypeScope="" ma:versionID="44246276e86c498b5a852dc410c1798c">
  <xsd:schema xmlns:xsd="http://www.w3.org/2001/XMLSchema" xmlns:xs="http://www.w3.org/2001/XMLSchema" xmlns:p="http://schemas.microsoft.com/office/2006/metadata/properties" xmlns:ns2="1db4e8b2-a8c4-436b-ae07-7c6e40afc4eb" targetNamespace="http://schemas.microsoft.com/office/2006/metadata/properties" ma:root="true" ma:fieldsID="5d6d5a5c3d02603339abb2f0641cf6bf" ns2:_="">
    <xsd:import namespace="1db4e8b2-a8c4-436b-ae07-7c6e40afc4e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b4e8b2-a8c4-436b-ae07-7c6e40afc4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A549F2-FB02-4EA9-900E-F7940DA9A0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b4e8b2-a8c4-436b-ae07-7c6e40afc4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6308DE8-472B-4FE2-8D08-C433A326096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5C8B1254-D85D-48BD-B13D-A500DC8D590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2</Slides>
  <Notes>0</Notes>
  <HiddenSlides>0</HiddenSlides>
  <MMClips>0</MMClips>
  <ScaleCrop>false</ScaleCrop>
  <HeadingPairs>
    <vt:vector size="4" baseType="variant">
      <vt:variant>
        <vt:lpstr>Tema</vt:lpstr>
      </vt:variant>
      <vt:variant>
        <vt:i4>1</vt:i4>
      </vt:variant>
      <vt:variant>
        <vt:lpstr>Títulos de diapositiva</vt:lpstr>
      </vt:variant>
      <vt:variant>
        <vt:i4>2</vt:i4>
      </vt:variant>
    </vt:vector>
  </HeadingPairs>
  <TitlesOfParts>
    <vt:vector size="3" baseType="lpstr">
      <vt:lpstr>Tema de Office</vt:lpstr>
      <vt:lpstr>ACM SIGGRAPH Peru: Explorando imágenes médicas con DICOM: una introducción práctica con Python </vt:lpstr>
      <vt:lpstr>Explorando imágenes médicas con DICOM: una introducción práctica con Python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cp:revision>
  <dcterms:created xsi:type="dcterms:W3CDTF">2026-04-14T15:45:08Z</dcterms:created>
  <dcterms:modified xsi:type="dcterms:W3CDTF">2026-04-14T15:46:36Z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0x010100BDEC295CD798554181DD0ECC868FD386</vt:lpwstr>
  </property>
</Properties>
</file>